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6"/>
  </p:notesMasterIdLst>
  <p:handoutMasterIdLst>
    <p:handoutMasterId r:id="rId7"/>
  </p:handoutMasterIdLst>
  <p:sldIdLst>
    <p:sldId id="44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72F749-01FE-4526-9417-1C0B67BE8754}" v="703" dt="2026-05-02T03:42:59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 autoAdjust="0"/>
    <p:restoredTop sz="94660"/>
  </p:normalViewPr>
  <p:slideViewPr>
    <p:cSldViewPr snapToGrid="0">
      <p:cViewPr>
        <p:scale>
          <a:sx n="100" d="100"/>
          <a:sy n="100" d="100"/>
        </p:scale>
        <p:origin x="77" y="29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23" y="8938"/>
            <a:ext cx="8294296" cy="1712642"/>
          </a:xfrm>
        </p:spPr>
        <p:txBody>
          <a:bodyPr/>
          <a:lstStyle/>
          <a:p>
            <a:r>
              <a:rPr lang="en-US"/>
              <a:t>Sky Cast- A simple Weather Dashboard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62CF-5CE0-476A-DBD6-C8A0D85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0B833-A24B-51DA-FD01-3CA7F2D14868}"/>
              </a:ext>
            </a:extLst>
          </p:cNvPr>
          <p:cNvSpPr txBox="1"/>
          <p:nvPr/>
        </p:nvSpPr>
        <p:spPr>
          <a:xfrm>
            <a:off x="294" y="1708850"/>
            <a:ext cx="8005315" cy="597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Want the Weather made simple for </a:t>
            </a:r>
            <a:r>
              <a:rPr lang="en-US" sz="2000" b="1">
                <a:ea typeface="+mn-lt"/>
                <a:cs typeface="+mn-lt"/>
              </a:rPr>
              <a:t>you?</a:t>
            </a:r>
            <a:endParaRPr lang="en-US" sz="200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Sky Cast</a:t>
            </a:r>
            <a:r>
              <a:rPr lang="en-US" dirty="0">
                <a:ea typeface="+mn-lt"/>
                <a:cs typeface="+mn-lt"/>
              </a:rPr>
              <a:t> is a lightweight, ad‑free weather dashboard built using </a:t>
            </a:r>
            <a:r>
              <a:rPr lang="en-US" b="1" dirty="0">
                <a:ea typeface="+mn-lt"/>
                <a:cs typeface="+mn-lt"/>
              </a:rPr>
              <a:t>Python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Flask</a:t>
            </a:r>
            <a:r>
              <a:rPr lang="en-US" dirty="0">
                <a:ea typeface="+mn-lt"/>
                <a:cs typeface="+mn-lt"/>
              </a:rPr>
              <a:t>, and the </a:t>
            </a:r>
            <a:r>
              <a:rPr lang="en-US" dirty="0" err="1">
                <a:ea typeface="+mn-lt"/>
                <a:cs typeface="+mn-lt"/>
              </a:rPr>
              <a:t>OpenWeather</a:t>
            </a:r>
            <a:r>
              <a:rPr lang="en-US" dirty="0">
                <a:ea typeface="+mn-lt"/>
                <a:cs typeface="+mn-lt"/>
              </a:rPr>
              <a:t> API. Designed for </a:t>
            </a:r>
            <a:r>
              <a:rPr lang="en-US" b="1" dirty="0">
                <a:ea typeface="+mn-lt"/>
                <a:cs typeface="+mn-lt"/>
              </a:rPr>
              <a:t>everyday users</a:t>
            </a:r>
            <a:r>
              <a:rPr lang="en-US" dirty="0">
                <a:ea typeface="+mn-lt"/>
                <a:cs typeface="+mn-lt"/>
              </a:rPr>
              <a:t> who want fast, clear, real‑time weather updates without clutter or distractions. Provides </a:t>
            </a:r>
            <a:r>
              <a:rPr lang="en-US" b="1" dirty="0">
                <a:ea typeface="+mn-lt"/>
                <a:cs typeface="+mn-lt"/>
              </a:rPr>
              <a:t>current conditions</a:t>
            </a:r>
            <a:r>
              <a:rPr lang="en-US" dirty="0">
                <a:ea typeface="+mn-lt"/>
                <a:cs typeface="+mn-lt"/>
              </a:rPr>
              <a:t> (temperature, humidity, wind speed, general weather) and a </a:t>
            </a:r>
            <a:r>
              <a:rPr lang="en-US" b="1" dirty="0">
                <a:ea typeface="+mn-lt"/>
                <a:cs typeface="+mn-lt"/>
              </a:rPr>
              <a:t>five‑day forecast</a:t>
            </a:r>
            <a:r>
              <a:rPr lang="en-US" dirty="0">
                <a:ea typeface="+mn-lt"/>
                <a:cs typeface="+mn-lt"/>
              </a:rPr>
              <a:t> in a clean, minimal interface.</a:t>
            </a:r>
            <a:endParaRPr lang="en-US" b="1" dirty="0">
              <a:ea typeface="+mn-lt"/>
              <a:cs typeface="+mn-lt"/>
            </a:endParaRPr>
          </a:p>
          <a:p>
            <a:r>
              <a:rPr lang="en-US" sz="2000" b="1"/>
              <a:t>Who will use this/What will this do?</a:t>
            </a:r>
          </a:p>
          <a:p>
            <a:r>
              <a:rPr lang="en-US" dirty="0"/>
              <a:t>Allow users to type in a city and instantly view Temperature, Humidity, Wind speed, Conditions (Clear, Cloudy, Rain, etc.) Display a </a:t>
            </a:r>
            <a:r>
              <a:rPr lang="en-US" b="1" dirty="0"/>
              <a:t>five‑day forecast</a:t>
            </a:r>
            <a:r>
              <a:rPr lang="en-US" dirty="0"/>
              <a:t> with intuitive weather icons' Run locally in a browser using Flask. This can be used by anyone </a:t>
            </a:r>
            <a:r>
              <a:rPr lang="en-US" dirty="0" err="1"/>
              <a:t>including :</a:t>
            </a:r>
            <a:r>
              <a:rPr lang="en-US" dirty="0"/>
              <a:t>students, parents, or anyone needing a quick, reliable snapshot of the day’s weather.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Why does this project matter? </a:t>
            </a:r>
            <a:r>
              <a:rPr lang="en-US" sz="1600" dirty="0">
                <a:ea typeface="+mn-lt"/>
                <a:cs typeface="+mn-lt"/>
              </a:rPr>
              <a:t>Most weather apps are cluttered with ads and unnecessary features. Sky Cast focuses on </a:t>
            </a:r>
            <a:r>
              <a:rPr lang="en-US" sz="1600" b="1" dirty="0">
                <a:ea typeface="+mn-lt"/>
                <a:cs typeface="+mn-lt"/>
              </a:rPr>
              <a:t>clarity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b="1" dirty="0">
                <a:ea typeface="+mn-lt"/>
                <a:cs typeface="+mn-lt"/>
              </a:rPr>
              <a:t>speed</a:t>
            </a:r>
            <a:r>
              <a:rPr lang="en-US" sz="1600" dirty="0">
                <a:ea typeface="+mn-lt"/>
                <a:cs typeface="+mn-lt"/>
              </a:rPr>
              <a:t>, and </a:t>
            </a:r>
            <a:r>
              <a:rPr lang="en-US" sz="1600" b="1" dirty="0">
                <a:ea typeface="+mn-lt"/>
                <a:cs typeface="+mn-lt"/>
              </a:rPr>
              <a:t>simplicity. </a:t>
            </a:r>
            <a:r>
              <a:rPr lang="en-US" sz="1600" dirty="0">
                <a:ea typeface="+mn-lt"/>
                <a:cs typeface="+mn-lt"/>
              </a:rPr>
              <a:t>Demonstrates real development skills: API </a:t>
            </a:r>
            <a:r>
              <a:rPr lang="en-US" sz="1600" dirty="0" err="1">
                <a:ea typeface="+mn-lt"/>
                <a:cs typeface="+mn-lt"/>
              </a:rPr>
              <a:t>integration,JSON</a:t>
            </a:r>
            <a:r>
              <a:rPr lang="en-US" sz="1600" dirty="0">
                <a:ea typeface="+mn-lt"/>
                <a:cs typeface="+mn-lt"/>
              </a:rPr>
              <a:t> parsing, Flask routing, and Front‑end templating</a:t>
            </a:r>
            <a:endParaRPr lang="en-US" sz="16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pPr marL="342900" indent="-342900">
              <a:buFont typeface="Arial"/>
              <a:buChar char="•"/>
            </a:pPr>
            <a:r>
              <a:rPr lang="en-US" sz="2000" b="1"/>
              <a:t>Team Members</a:t>
            </a:r>
            <a:r>
              <a:rPr lang="en-US" sz="2000"/>
              <a:t>: 1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pic>
        <p:nvPicPr>
          <p:cNvPr id="10" name="Picture 9" descr="Screens screenshot of a weather forecast&#10;&#10;AI-generated content may be incorrect.">
            <a:extLst>
              <a:ext uri="{FF2B5EF4-FFF2-40B4-BE49-F238E27FC236}">
                <a16:creationId xmlns:a16="http://schemas.microsoft.com/office/drawing/2014/main" id="{CFD2DBEC-D46C-BFE0-8DD1-8861BD17F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255" y="1710905"/>
            <a:ext cx="4349152" cy="41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Film burn</vt:lpstr>
      <vt:lpstr>Sky Cast- A simple Weather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163</cp:revision>
  <dcterms:created xsi:type="dcterms:W3CDTF">2026-05-02T03:08:10Z</dcterms:created>
  <dcterms:modified xsi:type="dcterms:W3CDTF">2026-05-02T03:50:26Z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